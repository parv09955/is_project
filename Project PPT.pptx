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4" r:id="rId1"/>
  </p:sldMasterIdLst>
  <p:notesMasterIdLst>
    <p:notesMasterId r:id="rId12"/>
  </p:notesMasterIdLst>
  <p:sldIdLst>
    <p:sldId id="256" r:id="rId2"/>
    <p:sldId id="257" r:id="rId3"/>
    <p:sldId id="259" r:id="rId4"/>
    <p:sldId id="260" r:id="rId5"/>
    <p:sldId id="262" r:id="rId6"/>
    <p:sldId id="261" r:id="rId7"/>
    <p:sldId id="263" r:id="rId8"/>
    <p:sldId id="264" r:id="rId9"/>
    <p:sldId id="265" r:id="rId10"/>
    <p:sldId id="266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86D9F"/>
    <a:srgbClr val="404040"/>
    <a:srgbClr val="6C6C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43" autoAdjust="0"/>
    <p:restoredTop sz="94660"/>
  </p:normalViewPr>
  <p:slideViewPr>
    <p:cSldViewPr snapToGrid="0" snapToObjects="1">
      <p:cViewPr varScale="1">
        <p:scale>
          <a:sx n="75" d="100"/>
          <a:sy n="75" d="100"/>
        </p:scale>
        <p:origin x="902" y="4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E7B69E-44BD-4B2C-9F4A-7F29B168F9BE}" type="datetimeFigureOut">
              <a:rPr lang="en-IN" smtClean="0"/>
              <a:t>13-11-2025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2360FEE-A1A8-4135-A8FA-FB0658EE4E2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08797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2360FEE-A1A8-4135-A8FA-FB0658EE4E2F}" type="slidenum">
              <a:rPr lang="en-IN" smtClean="0"/>
              <a:t>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422712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8688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4408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4197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39692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75037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57923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2906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12540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11/13/2025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93887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3930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267725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01542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13536746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9399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24937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8691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09162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  <p:sldLayoutId id="2147483699" r:id="rId5"/>
    <p:sldLayoutId id="2147483700" r:id="rId6"/>
    <p:sldLayoutId id="2147483701" r:id="rId7"/>
    <p:sldLayoutId id="2147483702" r:id="rId8"/>
    <p:sldLayoutId id="2147483703" r:id="rId9"/>
    <p:sldLayoutId id="2147483704" r:id="rId10"/>
    <p:sldLayoutId id="2147483705" r:id="rId11"/>
    <p:sldLayoutId id="2147483706" r:id="rId12"/>
    <p:sldLayoutId id="2147483707" r:id="rId13"/>
    <p:sldLayoutId id="2147483708" r:id="rId14"/>
    <p:sldLayoutId id="2147483709" r:id="rId15"/>
    <p:sldLayoutId id="2147483710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jp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0195" y="415637"/>
            <a:ext cx="7766936" cy="2485963"/>
          </a:xfrm>
        </p:spPr>
        <p:txBody>
          <a:bodyPr/>
          <a:lstStyle/>
          <a:p>
            <a:pPr algn="ctr"/>
            <a:r>
              <a:rPr sz="4000" dirty="0"/>
              <a:t>Password-Protected </a:t>
            </a:r>
            <a:r>
              <a:rPr lang="en-US" sz="4000" dirty="0"/>
              <a:t>&amp;</a:t>
            </a:r>
            <a:r>
              <a:rPr sz="4000" dirty="0"/>
              <a:t> Encrypted QR Code System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01758" y="3976942"/>
            <a:ext cx="7766936" cy="1694185"/>
          </a:xfrm>
        </p:spPr>
        <p:txBody>
          <a:bodyPr>
            <a:noAutofit/>
          </a:bodyPr>
          <a:lstStyle/>
          <a:p>
            <a:pPr algn="l"/>
            <a:r>
              <a:rPr sz="2000" dirty="0"/>
              <a:t>Developed by: </a:t>
            </a:r>
            <a:r>
              <a:rPr lang="en-US" sz="2000" dirty="0" err="1"/>
              <a:t>Dhyeya</a:t>
            </a:r>
            <a:r>
              <a:rPr lang="en-US" sz="2000" dirty="0"/>
              <a:t> </a:t>
            </a:r>
            <a:r>
              <a:rPr lang="en-US" sz="2000" dirty="0" err="1"/>
              <a:t>Choksi</a:t>
            </a:r>
            <a:r>
              <a:rPr lang="en-US" sz="2000" dirty="0"/>
              <a:t> (</a:t>
            </a:r>
            <a:r>
              <a:rPr sz="2000" dirty="0"/>
              <a:t>23BIT055</a:t>
            </a:r>
            <a:r>
              <a:rPr lang="en-US" sz="2000" dirty="0"/>
              <a:t>)</a:t>
            </a:r>
          </a:p>
          <a:p>
            <a:pPr algn="l"/>
            <a:r>
              <a:rPr lang="en-US" sz="2000" dirty="0"/>
              <a:t>                      </a:t>
            </a:r>
            <a:r>
              <a:rPr lang="en-US" sz="2000" dirty="0" err="1"/>
              <a:t>Parv</a:t>
            </a:r>
            <a:r>
              <a:rPr lang="en-US" sz="2000" dirty="0"/>
              <a:t> </a:t>
            </a:r>
            <a:r>
              <a:rPr lang="en-US" sz="2000" dirty="0" err="1"/>
              <a:t>Naik</a:t>
            </a:r>
            <a:r>
              <a:rPr lang="en-US" sz="2000" dirty="0"/>
              <a:t> (23BIT056)</a:t>
            </a:r>
          </a:p>
          <a:p>
            <a:pPr algn="l"/>
            <a:r>
              <a:rPr lang="en-US" sz="2000" dirty="0"/>
              <a:t>                      </a:t>
            </a:r>
            <a:r>
              <a:rPr lang="en-US" sz="2000" dirty="0" err="1"/>
              <a:t>Tejas</a:t>
            </a:r>
            <a:r>
              <a:rPr lang="en-US" sz="2000" dirty="0"/>
              <a:t> Singh (23BIT057)</a:t>
            </a:r>
            <a:endParaRPr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Objectives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A QR-based system for securely encoding and decoding messages</a:t>
            </a:r>
            <a:r>
              <a:rPr lang="en-US" dirty="0"/>
              <a:t> using Double Columnar Transposition Method</a:t>
            </a:r>
            <a:r>
              <a:rPr dirty="0"/>
              <a:t>.</a:t>
            </a:r>
          </a:p>
          <a:p>
            <a:r>
              <a:rPr dirty="0"/>
              <a:t>Integrates encryption and password protection mechanisms.</a:t>
            </a:r>
          </a:p>
          <a:p>
            <a:r>
              <a:rPr dirty="0"/>
              <a:t>Generates QR codes for secret messages that can only be decrypted with the correct password.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System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7334" y="1264662"/>
            <a:ext cx="8374302" cy="3625993"/>
          </a:xfrm>
        </p:spPr>
        <p:txBody>
          <a:bodyPr>
            <a:noAutofit/>
          </a:bodyPr>
          <a:lstStyle/>
          <a:p>
            <a:pPr marL="0" indent="0">
              <a:buNone/>
            </a:pPr>
            <a:endParaRPr dirty="0"/>
          </a:p>
          <a:p>
            <a:r>
              <a:rPr dirty="0"/>
              <a:t> Input Interface – Accepts message, filename, and password.</a:t>
            </a:r>
            <a:br>
              <a:rPr dirty="0"/>
            </a:br>
            <a:endParaRPr lang="en-US" dirty="0"/>
          </a:p>
          <a:p>
            <a:r>
              <a:rPr dirty="0"/>
              <a:t> Encryption Module – Performs </a:t>
            </a:r>
            <a:r>
              <a:rPr lang="en-US" dirty="0"/>
              <a:t>double </a:t>
            </a:r>
            <a:r>
              <a:rPr dirty="0"/>
              <a:t>columnar transposition</a:t>
            </a:r>
            <a:r>
              <a:rPr lang="en-US" dirty="0"/>
              <a:t> using one-halves of the password</a:t>
            </a:r>
            <a:r>
              <a:rPr dirty="0"/>
              <a:t> &amp; passwor</a:t>
            </a:r>
            <a:r>
              <a:rPr lang="en-US" dirty="0"/>
              <a:t>d </a:t>
            </a:r>
            <a:r>
              <a:rPr dirty="0"/>
              <a:t>modification.</a:t>
            </a:r>
            <a:br>
              <a:rPr dirty="0"/>
            </a:b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</a:t>
            </a:r>
            <a:r>
              <a:rPr dirty="0"/>
              <a:t>QR Code Generator – Creates QR image using </a:t>
            </a:r>
            <a:r>
              <a:rPr dirty="0" err="1"/>
              <a:t>qrcode</a:t>
            </a:r>
            <a:r>
              <a:rPr dirty="0"/>
              <a:t> library.</a:t>
            </a:r>
            <a:br>
              <a:rPr dirty="0"/>
            </a:br>
            <a:endParaRPr lang="en-US" dirty="0"/>
          </a:p>
          <a:p>
            <a:r>
              <a:rPr lang="en-US" dirty="0"/>
              <a:t> </a:t>
            </a:r>
            <a:r>
              <a:rPr dirty="0"/>
              <a:t>QR Code Decoder – Reads QR image via </a:t>
            </a:r>
            <a:r>
              <a:rPr dirty="0" err="1"/>
              <a:t>pyzbar</a:t>
            </a:r>
            <a:r>
              <a:rPr dirty="0"/>
              <a:t>.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br>
              <a:rPr dirty="0"/>
            </a:br>
            <a:br>
              <a:rPr dirty="0"/>
            </a:br>
            <a:br>
              <a:rPr dirty="0"/>
            </a:br>
            <a:endParaRPr b="1" dirty="0"/>
          </a:p>
        </p:txBody>
      </p:sp>
      <p:sp>
        <p:nvSpPr>
          <p:cNvPr id="4" name="Rectangle 3"/>
          <p:cNvSpPr/>
          <p:nvPr/>
        </p:nvSpPr>
        <p:spPr>
          <a:xfrm>
            <a:off x="1226551" y="3340006"/>
            <a:ext cx="837430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b="1" dirty="0">
                <a:solidFill>
                  <a:srgbClr val="404040"/>
                </a:solidFill>
              </a:rPr>
              <a:t>User Input         Encryption        QR Generator         QR Image</a:t>
            </a:r>
            <a:br>
              <a:rPr lang="en-IN" b="1" dirty="0">
                <a:solidFill>
                  <a:srgbClr val="404040"/>
                </a:solidFill>
              </a:rPr>
            </a:br>
            <a:r>
              <a:rPr lang="en-IN" b="1" dirty="0">
                <a:solidFill>
                  <a:srgbClr val="404040"/>
                </a:solidFill>
              </a:rPr>
              <a:t>              </a:t>
            </a:r>
            <a:br>
              <a:rPr lang="en-IN" b="1" dirty="0">
                <a:solidFill>
                  <a:srgbClr val="404040"/>
                </a:solidFill>
              </a:rPr>
            </a:br>
            <a:r>
              <a:rPr lang="en-IN" b="1" dirty="0">
                <a:solidFill>
                  <a:srgbClr val="404040"/>
                </a:solidFill>
              </a:rPr>
              <a:t>      </a:t>
            </a:r>
          </a:p>
          <a:p>
            <a:r>
              <a:rPr lang="en-IN" b="1" dirty="0">
                <a:solidFill>
                  <a:srgbClr val="404040"/>
                </a:solidFill>
              </a:rPr>
              <a:t> QR Decoder        Decryption         Output Message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43773" y="3340006"/>
            <a:ext cx="374918" cy="420459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Right Arrow 9"/>
          <p:cNvSpPr/>
          <p:nvPr/>
        </p:nvSpPr>
        <p:spPr>
          <a:xfrm rot="5400000">
            <a:off x="1735594" y="3761646"/>
            <a:ext cx="374918" cy="420459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Right Arrow 12"/>
          <p:cNvSpPr/>
          <p:nvPr/>
        </p:nvSpPr>
        <p:spPr>
          <a:xfrm>
            <a:off x="4263622" y="3343147"/>
            <a:ext cx="374918" cy="420459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Right Arrow 13"/>
          <p:cNvSpPr/>
          <p:nvPr/>
        </p:nvSpPr>
        <p:spPr>
          <a:xfrm>
            <a:off x="6300684" y="3363957"/>
            <a:ext cx="374918" cy="420459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Right Arrow 14"/>
          <p:cNvSpPr/>
          <p:nvPr/>
        </p:nvSpPr>
        <p:spPr>
          <a:xfrm>
            <a:off x="2731232" y="4159335"/>
            <a:ext cx="374918" cy="420459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Right Arrow 15"/>
          <p:cNvSpPr/>
          <p:nvPr/>
        </p:nvSpPr>
        <p:spPr>
          <a:xfrm>
            <a:off x="4451081" y="4159334"/>
            <a:ext cx="374918" cy="420459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" name="Rectangle 16"/>
          <p:cNvSpPr/>
          <p:nvPr/>
        </p:nvSpPr>
        <p:spPr>
          <a:xfrm>
            <a:off x="1004185" y="3200298"/>
            <a:ext cx="7179233" cy="165528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Module 1: QR Code Encryption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7334" y="1781898"/>
            <a:ext cx="8596668" cy="3846742"/>
          </a:xfrm>
        </p:spPr>
        <p:txBody>
          <a:bodyPr>
            <a:normAutofit/>
          </a:bodyPr>
          <a:lstStyle/>
          <a:p>
            <a:r>
              <a:rPr b="1" dirty="0"/>
              <a:t>Functions: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dirty="0"/>
              <a:t> </a:t>
            </a:r>
            <a:r>
              <a:rPr dirty="0" err="1"/>
              <a:t>create_blank_matrix</a:t>
            </a:r>
            <a:r>
              <a:rPr dirty="0"/>
              <a:t>(): Initializes empty matrix.</a:t>
            </a:r>
          </a:p>
          <a:p>
            <a:pPr>
              <a:buFont typeface="Arial" panose="020B0604020202020204" pitchFamily="34" charset="0"/>
              <a:buChar char="•"/>
            </a:pPr>
            <a:r>
              <a:rPr dirty="0"/>
              <a:t> </a:t>
            </a:r>
            <a:r>
              <a:rPr dirty="0" err="1"/>
              <a:t>create_letter_matrix</a:t>
            </a:r>
            <a:r>
              <a:rPr dirty="0"/>
              <a:t>(): Fills letters </a:t>
            </a:r>
            <a:r>
              <a:rPr lang="en-US" dirty="0"/>
              <a:t>row</a:t>
            </a:r>
            <a:r>
              <a:rPr dirty="0"/>
              <a:t>-wise.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n-US" dirty="0" err="1"/>
              <a:t>key_generator</a:t>
            </a:r>
            <a:r>
              <a:rPr lang="en-US" dirty="0"/>
              <a:t>(): Creates a key for columnar transposition using password.</a:t>
            </a:r>
            <a:endParaRPr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dirty="0" err="1"/>
              <a:t>columnar_transposition</a:t>
            </a:r>
            <a:r>
              <a:rPr dirty="0"/>
              <a:t>(): Encrypts message.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dirty="0" err="1"/>
              <a:t>qr_generator</a:t>
            </a:r>
            <a:r>
              <a:rPr dirty="0"/>
              <a:t>(): Generates and saves QR image.</a:t>
            </a:r>
            <a:endParaRPr lang="en-US" dirty="0"/>
          </a:p>
          <a:p>
            <a:pPr marL="0" indent="0">
              <a:buNone/>
            </a:pPr>
            <a:endParaRPr dirty="0"/>
          </a:p>
          <a:p>
            <a:r>
              <a:rPr b="1" dirty="0"/>
              <a:t>Libraries Used: </a:t>
            </a: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dirty="0" err="1"/>
              <a:t>qrcode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Algorithm: Encryption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</a:t>
            </a:r>
            <a:r>
              <a:rPr lang="en-US" dirty="0"/>
              <a:t>User inputs </a:t>
            </a:r>
            <a:r>
              <a:rPr dirty="0"/>
              <a:t>plaintext, filename, and </a:t>
            </a:r>
            <a:r>
              <a:rPr lang="en-US" dirty="0"/>
              <a:t>8</a:t>
            </a:r>
            <a:r>
              <a:rPr dirty="0"/>
              <a:t>-</a:t>
            </a:r>
            <a:r>
              <a:rPr lang="en-US" dirty="0"/>
              <a:t>character</a:t>
            </a:r>
            <a:r>
              <a:rPr dirty="0"/>
              <a:t> password.</a:t>
            </a:r>
            <a:endParaRPr lang="en-US" dirty="0"/>
          </a:p>
          <a:p>
            <a:r>
              <a:rPr lang="en-IN" dirty="0"/>
              <a:t> Password and message is combine so that password checker can be used during decryption.</a:t>
            </a:r>
            <a:endParaRPr dirty="0"/>
          </a:p>
          <a:p>
            <a:r>
              <a:rPr dirty="0"/>
              <a:t> Ap</a:t>
            </a:r>
            <a:r>
              <a:rPr lang="en-US" dirty="0"/>
              <a:t>plication of double </a:t>
            </a:r>
            <a:r>
              <a:rPr dirty="0"/>
              <a:t>columnar transposition (</a:t>
            </a:r>
            <a:r>
              <a:rPr lang="en-US" dirty="0"/>
              <a:t>4</a:t>
            </a:r>
            <a:r>
              <a:rPr dirty="0"/>
              <a:t> columns)</a:t>
            </a:r>
            <a:r>
              <a:rPr lang="en-US" dirty="0"/>
              <a:t> using both halves of the 8-character password</a:t>
            </a:r>
            <a:r>
              <a:rPr dirty="0"/>
              <a:t>.</a:t>
            </a:r>
            <a:endParaRPr lang="en-US" dirty="0"/>
          </a:p>
          <a:p>
            <a:r>
              <a:rPr lang="en-US" dirty="0"/>
              <a:t> QR code generation using the obtain cipher text. 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2: QR Code Decryption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 dirty="0"/>
              <a:t>Functions: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dirty="0" err="1"/>
              <a:t>decode_qr</a:t>
            </a:r>
            <a:r>
              <a:rPr dirty="0"/>
              <a:t>(): Reads QR code using </a:t>
            </a:r>
            <a:r>
              <a:rPr dirty="0" err="1"/>
              <a:t>pyzbar</a:t>
            </a:r>
            <a:r>
              <a:rPr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dirty="0" err="1"/>
              <a:t>password_checker</a:t>
            </a:r>
            <a:r>
              <a:rPr dirty="0"/>
              <a:t>(): Verifies password validity.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dirty="0" err="1"/>
              <a:t>columnar_decryption</a:t>
            </a:r>
            <a:r>
              <a:rPr dirty="0"/>
              <a:t>(): Reconstructs original text.</a:t>
            </a:r>
            <a:endParaRPr lang="en-IN" dirty="0"/>
          </a:p>
          <a:p>
            <a:pPr>
              <a:buFont typeface="Arial" panose="020B0604020202020204" pitchFamily="34" charset="0"/>
              <a:buChar char="•"/>
            </a:pPr>
            <a:r>
              <a:rPr lang="en-IN" dirty="0"/>
              <a:t>main(): The main function which uses other functions for the decryption.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dirty="0"/>
          </a:p>
          <a:p>
            <a:r>
              <a:rPr b="1" dirty="0"/>
              <a:t>Libraries Used: </a:t>
            </a: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IN" dirty="0"/>
              <a:t>p</a:t>
            </a:r>
            <a:r>
              <a:rPr dirty="0" err="1"/>
              <a:t>yzbar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dirty="0"/>
              <a:t>PIL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Algorithm: Decryption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</a:t>
            </a:r>
            <a:r>
              <a:rPr lang="en-IN" dirty="0"/>
              <a:t>Takes user input for QR filename and password.</a:t>
            </a:r>
          </a:p>
          <a:p>
            <a:r>
              <a:rPr lang="en-IN" dirty="0"/>
              <a:t> </a:t>
            </a:r>
            <a:r>
              <a:rPr dirty="0"/>
              <a:t>Scan</a:t>
            </a:r>
            <a:r>
              <a:rPr lang="en-US" dirty="0"/>
              <a:t>ning</a:t>
            </a:r>
            <a:r>
              <a:rPr dirty="0"/>
              <a:t> QR image </a:t>
            </a:r>
            <a:r>
              <a:rPr lang="en-US" dirty="0"/>
              <a:t>to </a:t>
            </a:r>
            <a:r>
              <a:rPr dirty="0"/>
              <a:t>extract encrypted text.</a:t>
            </a:r>
            <a:endParaRPr lang="en-IN" dirty="0"/>
          </a:p>
          <a:p>
            <a:r>
              <a:rPr lang="en-IN" dirty="0"/>
              <a:t> Uses password to decrypt the cipher text that has been encrypted using Double Columnar Transposition.</a:t>
            </a:r>
          </a:p>
          <a:p>
            <a:r>
              <a:rPr lang="en-IN" dirty="0"/>
              <a:t> Separates the QR password from the decrypted text.</a:t>
            </a:r>
          </a:p>
          <a:p>
            <a:r>
              <a:rPr lang="en-IN" dirty="0"/>
              <a:t> Compares this password with the user inputted password for validity.</a:t>
            </a:r>
          </a:p>
          <a:p>
            <a:r>
              <a:rPr lang="en-IN" dirty="0"/>
              <a:t> If correct, displays the original message.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Results and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7334" y="1496291"/>
            <a:ext cx="8596668" cy="5186218"/>
          </a:xfrm>
        </p:spPr>
        <p:txBody>
          <a:bodyPr/>
          <a:lstStyle/>
          <a:p>
            <a:r>
              <a:rPr dirty="0"/>
              <a:t> Successfully generated encrypted QR codes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dirty="0"/>
          </a:p>
          <a:p>
            <a:r>
              <a:rPr dirty="0"/>
              <a:t> Correct message retrieved only with valid password.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76154" y="2098208"/>
            <a:ext cx="3322569" cy="1628710"/>
          </a:xfrm>
          <a:prstGeom prst="rect">
            <a:avLst/>
          </a:prstGeom>
          <a:ln w="38100">
            <a:solidFill>
              <a:srgbClr val="286D9F"/>
            </a:solidFill>
          </a:ln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952335" y="2029119"/>
            <a:ext cx="1808602" cy="1956244"/>
          </a:xfrm>
          <a:prstGeom prst="rect">
            <a:avLst/>
          </a:prstGeom>
          <a:ln w="38100" cap="sq">
            <a:solidFill>
              <a:srgbClr val="286D9F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514549" y="1501371"/>
            <a:ext cx="1581628" cy="2695043"/>
          </a:xfrm>
          <a:prstGeom prst="rect">
            <a:avLst/>
          </a:prstGeom>
          <a:ln w="38100">
            <a:solidFill>
              <a:srgbClr val="286D9F"/>
            </a:solidFill>
          </a:ln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2537438" y="4890608"/>
            <a:ext cx="3336404" cy="1072883"/>
          </a:xfrm>
          <a:prstGeom prst="rect">
            <a:avLst/>
          </a:prstGeom>
          <a:ln w="38100">
            <a:solidFill>
              <a:srgbClr val="286D9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1732430" y="3726918"/>
            <a:ext cx="15520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286D9F"/>
                </a:solidFill>
              </a:rPr>
              <a:t>Encryption Process</a:t>
            </a:r>
            <a:endParaRPr lang="en-IN" sz="1200" b="1" dirty="0">
              <a:solidFill>
                <a:srgbClr val="286D9F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03532" y="4029455"/>
            <a:ext cx="79380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286D9F"/>
                </a:solidFill>
              </a:rPr>
              <a:t>QR Code</a:t>
            </a:r>
            <a:endParaRPr lang="en-IN" sz="1200" b="1" dirty="0">
              <a:solidFill>
                <a:srgbClr val="286D9F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206344" y="4285854"/>
            <a:ext cx="21980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286D9F"/>
                </a:solidFill>
              </a:rPr>
              <a:t>Scanning for encrypted text</a:t>
            </a:r>
            <a:endParaRPr lang="en-IN" sz="1200" b="1" dirty="0">
              <a:solidFill>
                <a:srgbClr val="286D9F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861635" y="6046000"/>
            <a:ext cx="68800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286D9F"/>
                </a:solidFill>
              </a:rPr>
              <a:t>Output</a:t>
            </a:r>
            <a:endParaRPr lang="en-IN" sz="1200" b="1" dirty="0">
              <a:solidFill>
                <a:srgbClr val="286D9F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Conclusion and Future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 dirty="0"/>
              <a:t>Conclusion:</a:t>
            </a:r>
          </a:p>
          <a:p>
            <a:pPr>
              <a:buFont typeface="Arial" panose="020B0604020202020204" pitchFamily="34" charset="0"/>
              <a:buChar char="•"/>
            </a:pPr>
            <a:r>
              <a:rPr dirty="0"/>
              <a:t>Secure and simple encryption using </a:t>
            </a:r>
            <a:r>
              <a:rPr lang="en-IN" dirty="0"/>
              <a:t>Double Columnar Transposition and </a:t>
            </a:r>
            <a:r>
              <a:rPr dirty="0"/>
              <a:t>QR codes.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dirty="0"/>
              <a:t>Protects message confidentiality</a:t>
            </a:r>
            <a:r>
              <a:rPr lang="en-IN" dirty="0"/>
              <a:t> using passwords.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dirty="0"/>
          </a:p>
          <a:p>
            <a:r>
              <a:rPr b="1" dirty="0"/>
              <a:t>Future Enhancements: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dirty="0"/>
              <a:t> Use stronger encryption (e.g. AES).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dirty="0"/>
              <a:t> Add </a:t>
            </a:r>
            <a:r>
              <a:rPr lang="en-IN" dirty="0"/>
              <a:t>better </a:t>
            </a:r>
            <a:r>
              <a:rPr dirty="0"/>
              <a:t>GUI or </a:t>
            </a:r>
            <a:r>
              <a:rPr lang="en-IN" dirty="0"/>
              <a:t>make a mobile</a:t>
            </a:r>
            <a:r>
              <a:rPr dirty="0"/>
              <a:t> ap</a:t>
            </a:r>
            <a:r>
              <a:rPr lang="en-IN" dirty="0"/>
              <a:t>plication</a:t>
            </a:r>
            <a:r>
              <a:rPr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Create a s</a:t>
            </a:r>
            <a:r>
              <a:rPr dirty="0"/>
              <a:t>upport for multiple file types</a:t>
            </a:r>
            <a:r>
              <a:rPr lang="en-IN" dirty="0"/>
              <a:t> instead of just text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Thank You!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08183303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120</TotalTime>
  <Words>493</Words>
  <Application>Microsoft Office PowerPoint</Application>
  <PresentationFormat>Widescreen</PresentationFormat>
  <Paragraphs>79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Trebuchet MS</vt:lpstr>
      <vt:lpstr>Wingdings 3</vt:lpstr>
      <vt:lpstr>Facet</vt:lpstr>
      <vt:lpstr>Password-Protected &amp; Encrypted QR Code System</vt:lpstr>
      <vt:lpstr>Objectives</vt:lpstr>
      <vt:lpstr>System Architecture</vt:lpstr>
      <vt:lpstr>Module 1: QR Code Encryption</vt:lpstr>
      <vt:lpstr>Algorithm: Encryption Flow</vt:lpstr>
      <vt:lpstr>Module 2: QR Code Decryption</vt:lpstr>
      <vt:lpstr>Algorithm: Decryption Flow</vt:lpstr>
      <vt:lpstr>Results and Output</vt:lpstr>
      <vt:lpstr>Conclusion and Future Scope</vt:lpstr>
      <vt:lpstr>Thank You!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Password-Protected &amp; Encrypted QR Code System</dc:title>
  <dc:subject/>
  <dc:creator/>
  <cp:keywords/>
  <dc:description>generated using python-pptx</dc:description>
  <cp:lastModifiedBy>Parv Naik</cp:lastModifiedBy>
  <cp:revision>11</cp:revision>
  <dcterms:created xsi:type="dcterms:W3CDTF">2013-01-27T09:14:16Z</dcterms:created>
  <dcterms:modified xsi:type="dcterms:W3CDTF">2025-11-12T18:47:55Z</dcterms:modified>
  <cp:category/>
</cp:coreProperties>
</file>